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说明本次课程的学习目标与问题线索。
[Sources]
本页无外部非平凡事实引用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引导学生结合教材目录形成问题意识。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讲解概念之间的关系，避免孤立记忆。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对易混概念进行对照说明。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提出与专题主旨相关的现实问题，引导学生定位教材依据。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按照概念、观点和逻辑关系讲解专题内容。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组织小组讨论并要求学生标明资料依据。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回顾目标并说明课后任务。
[Sources]
[资料1] 教材专题示例资料；资料正文｜第 1 段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11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0"/>
            <a:ext cx="4242816" cy="6858000"/>
          </a:xfrm>
          <a:prstGeom prst="rect">
            <a:avLst/>
          </a:prstGeom>
          <a:solidFill>
            <a:srgbClr val="2459B8">
              <a:alpha val="96000"/>
            </a:srgbClr>
          </a:solidFill>
          <a:ln w="12700">
            <a:solidFill>
              <a:srgbClr val="2459B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60120"/>
            <a:ext cx="1280160" cy="0"/>
          </a:xfrm>
          <a:prstGeom prst="line">
            <a:avLst/>
          </a:prstGeom>
          <a:noFill/>
          <a:ln w="38100">
            <a:solidFill>
              <a:srgbClr val="D5A6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D58D"/>
                </a:solidFill>
              </a:rPr>
              <a:t>习近平新时代中国特色社会主义思想概论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995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专题一 新时代坚持和发展中国特色社会主义教学课纲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49808" y="4160520"/>
            <a:ext cx="6629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EDF6"/>
                </a:solidFill>
              </a:rPr>
              <a:t>围绕当前教材专题建立理论结构，并通过已确认资料联系时代发展。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58200" y="54681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教学草稿 · 请教师核验后使用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9840" y="777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7AA6F5"/>
                </a:solidFill>
              </a:rPr>
              <a:t>01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本专题要解决什么问题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围绕当前教材专题建立理论结构，并通过已确认资料联系时代发展。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理解专题核心概念、主要观点和论证逻辑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核心概念与理论结构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把概念放回教材的论证逻辑中理解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专题核心概念及其逻辑关系[资料1]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重点与难点辨析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用教材依据区分相近表述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区分教材基本原理与补充材料中的实践说明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模拟模式仅用于验证流程，正式使用前请逐条核验引用。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问题导入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提出与专题主旨相关的现实问题，引导学生定位教材依据。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阅读证据摘要并形成初步判断。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建议用时：14 分钟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理论讲授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按照概念、观点和逻辑关系讲解专题内容。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记录知识结构并标注仍有疑问的概念。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建议用时：45 分钟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课堂讨论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以原文依据支撑观点表达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本专题的核心观点如何回应当前实践问题？请说明教材依据。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D2636"/>
          </a:solidFill>
          <a:ln w="12700">
            <a:solidFill>
              <a:srgbClr val="9D263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专题一 新时代坚持和发展中国特色社会主义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6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502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33"/>
                </a:solidFill>
              </a:rPr>
              <a:t>总结与应用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58368" y="1243584"/>
            <a:ext cx="10863072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72768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9D2636"/>
                </a:solidFill>
              </a:rPr>
              <a:t>回到专题主旨，形成结构化理解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00126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专题核心概念及其逻辑关系[资料1]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3B4963"/>
                </a:solidFill>
              </a:rPr>
              <a:t>整理一张包含核心概念、教材依据和个人疑问的学习卡片。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高校思政课 AI 智能教学辅助平台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专题一 新时代坚持和发展中国特色社会主义教学课纲</dc:title>
  <dc:subject>专题一 新时代坚持和发展中国特色社会主义</dc:subject>
  <dc:creator>高校思政课 AI 智能教学辅助平台</dc:creator>
  <cp:lastModifiedBy>高校思政课 AI 智能教学辅助平台</cp:lastModifiedBy>
  <cp:revision>1</cp:revision>
  <dcterms:created xsi:type="dcterms:W3CDTF">2026-07-29T03:02:20Z</dcterms:created>
  <dcterms:modified xsi:type="dcterms:W3CDTF">2026-07-29T03:02:20Z</dcterms:modified>
</cp:coreProperties>
</file>